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1/66 · source slide 1</a:t>
            </a:r>
          </a:p>
          <a:p>
            <a:r>
              <a:t>Melooloo</a:t>
            </a:r>
          </a:p>
          <a:p>
            <a:r>
              <a:t>Interactive web slide: https://mthoriqzi383.github.io/melooloo-project-hub/Melooloo_Final_Presentation_Web_20Oct2026/index.html#slide=1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2/66 · source slide 2</a:t>
            </a:r>
          </a:p>
          <a:p>
            <a:r>
              <a:t>Tim di balik Melooloo</a:t>
            </a:r>
          </a:p>
          <a:p>
            <a:r>
              <a:t>Interactive web slide: https://mthoriqzi383.github.io/melooloo-project-hub/Melooloo_Final_Presentation_Web_20Oct2026/index.html#slide=2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3/66 · source slide 3</a:t>
            </a:r>
          </a:p>
          <a:p>
            <a:r>
              <a:t>Peluang di pasar premium</a:t>
            </a:r>
          </a:p>
          <a:p>
            <a:r>
              <a:t>Interactive web slide: https://mthoriqzi383.github.io/melooloo-project-hub/Melooloo_Final_Presentation_Web_20Oct2026/index.html#slide=3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4/66 · source slide 4</a:t>
            </a:r>
          </a:p>
          <a:p>
            <a:r>
              <a:t>Dua masalah. Satu model.</a:t>
            </a:r>
          </a:p>
          <a:p>
            <a:r>
              <a:t>Interactive web slide: https://mthoriqzi383.github.io/melooloo-project-hub/Melooloo_Final_Presentation_Web_20Oct2026/index.html#slide=4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5/66 · source slide 5</a:t>
            </a:r>
          </a:p>
          <a:p>
            <a:r>
              <a:t>Struktur industri membuka ruang</a:t>
            </a:r>
          </a:p>
          <a:p>
            <a:r>
              <a:t>Interactive web slide: https://mthoriqzi383.github.io/melooloo-project-hub/Melooloo_Final_Presentation_Web_20Oct2026/index.html#slide=5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6/66 · source slide 6</a:t>
            </a:r>
          </a:p>
          <a:p>
            <a:r>
              <a:t>Visi dan standar produk</a:t>
            </a:r>
          </a:p>
          <a:p>
            <a:r>
              <a:t>Interactive web slide: https://mthoriqzi383.github.io/melooloo-project-hub/Melooloo_Final_Presentation_Web_20Oct2026/index.html#slide=6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7/66 · source slide 7</a:t>
            </a:r>
          </a:p>
          <a:p>
            <a:r>
              <a:t>Business Model Canvas</a:t>
            </a:r>
          </a:p>
          <a:p>
            <a:r>
              <a:t>Interactive web slide: https://mthoriqzi383.github.io/melooloo-project-hub/Melooloo_Final_Presentation_Web_20Oct2026/index.html#slide=7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8/66 · source slide 20</a:t>
            </a:r>
          </a:p>
          <a:p>
            <a:r>
              <a:t>Operasi: mutu yang berulang</a:t>
            </a:r>
          </a:p>
          <a:p>
            <a:r>
              <a:t>Interactive web slide: https://mthoriqzi383.github.io/melooloo-project-hub/Melooloo_Final_Presentation_Web_20Oct2026/index.html#slide=20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9/66 · source slide 21</a:t>
            </a:r>
          </a:p>
          <a:p>
            <a:r>
              <a:t>Lokasi dan rantai pasok</a:t>
            </a:r>
          </a:p>
          <a:p>
            <a:r>
              <a:t>Interactive web slide: https://mthoriqzi383.github.io/melooloo-project-hub/Melooloo_Final_Presentation_Web_20Oct2026/index.html#slide=21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10/66 · source slide 22</a:t>
            </a:r>
          </a:p>
          <a:p>
            <a:r>
              <a:t>Rooftop sebagai lokasi konsep</a:t>
            </a:r>
          </a:p>
          <a:p>
            <a:r>
              <a:t>Interactive web slide: https://mthoriqzi383.github.io/melooloo-project-hub/Melooloo_Final_Presentation_Web_20Oct2026/index.html#slide=22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11/66 · source slide 23</a:t>
            </a:r>
          </a:p>
          <a:p>
            <a:r>
              <a:t>Kinerja dan biaya operasi</a:t>
            </a:r>
          </a:p>
          <a:p>
            <a:r>
              <a:t>Interactive web slide: https://mthoriqzi383.github.io/melooloo-project-hub/Melooloo_Final_Presentation_Web_20Oct2026/index.html#slide=23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12/66 · source slide 24</a:t>
            </a:r>
          </a:p>
          <a:p>
            <a:r>
              <a:t>Lima prioritas operasi</a:t>
            </a:r>
          </a:p>
          <a:p>
            <a:r>
              <a:t>Interactive web slide: https://mthoriqzi383.github.io/melooloo-project-hub/Melooloo_Final_Presentation_Web_20Oct2026/index.html#slide=24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13/66 · source slide 25</a:t>
            </a:r>
          </a:p>
          <a:p>
            <a:r>
              <a:t>Tiga divisi operasional</a:t>
            </a:r>
          </a:p>
          <a:p>
            <a:r>
              <a:t>Interactive web slide: https://mthoriqzi383.github.io/melooloo-project-hub/Melooloo_Final_Presentation_Web_20Oct2026/index.html#slide=25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14/66 · source slide 26</a:t>
            </a:r>
          </a:p>
          <a:p>
            <a:r>
              <a:t>Risiko rantai pasok</a:t>
            </a:r>
          </a:p>
          <a:p>
            <a:r>
              <a:t>Interactive web slide: https://mthoriqzi383.github.io/melooloo-project-hub/Melooloo_Final_Presentation_Web_20Oct2026/index.html#slide=26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15/66 · source slide 27</a:t>
            </a:r>
          </a:p>
          <a:p>
            <a:r>
              <a:t>Strategi operasi</a:t>
            </a:r>
          </a:p>
          <a:p>
            <a:r>
              <a:t>Interactive web slide: https://mthoriqzi383.github.io/melooloo-project-hub/Melooloo_Final_Presentation_Web_20Oct2026/index.html#slide=27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16/66 · source slide 28</a:t>
            </a:r>
          </a:p>
          <a:p>
            <a:r>
              <a:t>Enam pertanyaan operasional</a:t>
            </a:r>
          </a:p>
          <a:p>
            <a:r>
              <a:t>Interactive web slide: https://mthoriqzi383.github.io/melooloo-project-hub/Melooloo_Final_Presentation_Web_20Oct2026/index.html#slide=28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17/66 · source slide 29</a:t>
            </a:r>
          </a:p>
          <a:p>
            <a:r>
              <a:t>Di dalam satu greenhouse</a:t>
            </a:r>
          </a:p>
          <a:p>
            <a:r>
              <a:t>Interactive web slide: https://mthoriqzi383.github.io/melooloo-project-hub/Melooloo_Final_Presentation_Web_20Oct2026/index.html#slide=29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18/66 · source slide 30</a:t>
            </a:r>
          </a:p>
          <a:p>
            <a:r>
              <a:t>Teknologi produksi</a:t>
            </a:r>
          </a:p>
          <a:p>
            <a:r>
              <a:t>Interactive web slide: https://mthoriqzi383.github.io/melooloo-project-hub/Melooloo_Final_Presentation_Web_20Oct2026/index.html#slide=30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19/66 · source slide 31</a:t>
            </a:r>
          </a:p>
          <a:p>
            <a:r>
              <a:t>Sensor → keputusan → aktuator</a:t>
            </a:r>
          </a:p>
          <a:p>
            <a:r>
              <a:t>Interactive web slide: https://mthoriqzi383.github.io/melooloo-project-hub/Melooloo_Final_Presentation_Web_20Oct2026/index.html#slide=31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20/66 · source slide 32</a:t>
            </a:r>
          </a:p>
          <a:p>
            <a:r>
              <a:t>Mengapa memilih DFT</a:t>
            </a:r>
          </a:p>
          <a:p>
            <a:r>
              <a:t>Interactive web slide: https://mthoriqzi383.github.io/melooloo-project-hub/Melooloo_Final_Presentation_Web_20Oct2026/index.html#slide=32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21/66 · source slide 33</a:t>
            </a:r>
          </a:p>
          <a:p>
            <a:r>
              <a:t>Produksi tahun demi tahun</a:t>
            </a:r>
          </a:p>
          <a:p>
            <a:r>
              <a:t>Interactive web slide: https://mthoriqzi383.github.io/melooloo-project-hub/Melooloo_Final_Presentation_Web_20Oct2026/index.html#slide=33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22/66 · source slide 34</a:t>
            </a:r>
          </a:p>
          <a:p>
            <a:r>
              <a:t>Pertumbuhan dari unit yang sama</a:t>
            </a:r>
          </a:p>
          <a:p>
            <a:r>
              <a:t>Interactive web slide: https://mthoriqzi383.github.io/melooloo-project-hub/Melooloo_Final_Presentation_Web_20Oct2026/index.html#slide=34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23/66 · source slide 35</a:t>
            </a:r>
          </a:p>
          <a:p>
            <a:r>
              <a:t>Banyak. Seragam. Aman.</a:t>
            </a:r>
          </a:p>
          <a:p>
            <a:r>
              <a:t>Interactive web slide: https://mthoriqzi383.github.io/melooloo-project-hub/Melooloo_Final_Presentation_Web_20Oct2026/index.html#slide=35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24/66 · source slide 36</a:t>
            </a:r>
          </a:p>
          <a:p>
            <a:r>
              <a:t>Kemanisan dibangun per fase</a:t>
            </a:r>
          </a:p>
          <a:p>
            <a:r>
              <a:t>Interactive web slide: https://mthoriqzi383.github.io/melooloo-project-hub/Melooloo_Final_Presentation_Web_20Oct2026/index.html#slide=36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25/66 · source slide 37</a:t>
            </a:r>
          </a:p>
          <a:p>
            <a:r>
              <a:t>Kapan petani bertindak</a:t>
            </a:r>
          </a:p>
          <a:p>
            <a:r>
              <a:t>Interactive web slide: https://mthoriqzi383.github.io/melooloo-project-hub/Melooloo_Final_Presentation_Web_20Oct2026/index.html#slide=37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26/66 · source slide 38</a:t>
            </a:r>
          </a:p>
          <a:p>
            <a:r>
              <a:t>Nursery berjalan paralel</a:t>
            </a:r>
          </a:p>
          <a:p>
            <a:r>
              <a:t>Interactive web slide: https://mthoriqzi383.github.io/melooloo-project-hub/Melooloo_Final_Presentation_Web_20Oct2026/index.html#slide=38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27/66 · source slide 39</a:t>
            </a:r>
          </a:p>
          <a:p>
            <a:r>
              <a:t>Delapan tahap kerja</a:t>
            </a:r>
          </a:p>
          <a:p>
            <a:r>
              <a:t>Interactive web slide: https://mthoriqzi383.github.io/melooloo-project-hub/Melooloo_Final_Presentation_Web_20Oct2026/index.html#slide=39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28/66 · source slide 40</a:t>
            </a:r>
          </a:p>
          <a:p>
            <a:r>
              <a:t>Apakah tenaga kerja cukup?</a:t>
            </a:r>
          </a:p>
          <a:p>
            <a:r>
              <a:t>Interactive web slide: https://mthoriqzi383.github.io/melooloo-project-hub/Melooloo_Final_Presentation_Web_20Oct2026/index.html#slide=40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29/66 · source slide 41</a:t>
            </a:r>
          </a:p>
          <a:p>
            <a:r>
              <a:t>Lima panen dari slot 73 hari</a:t>
            </a:r>
          </a:p>
          <a:p>
            <a:r>
              <a:t>Interactive web slide: https://mthoriqzi383.github.io/melooloo-project-hub/Melooloo_Final_Presentation_Web_20Oct2026/index.html#slide=41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30/66 · source slide 42</a:t>
            </a:r>
          </a:p>
          <a:p>
            <a:r>
              <a:t>Benih dapat ditiru. Sistem tidak.</a:t>
            </a:r>
          </a:p>
          <a:p>
            <a:r>
              <a:t>Interactive web slide: https://mthoriqzi383.github.io/melooloo-project-hub/Melooloo_Final_Presentation_Web_20Oct2026/index.html#slide=42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31/66 · source slide 43</a:t>
            </a:r>
          </a:p>
          <a:p>
            <a:r>
              <a:t>Investasi benih bertahap</a:t>
            </a:r>
          </a:p>
          <a:p>
            <a:r>
              <a:t>Interactive web slide: https://mthoriqzi383.github.io/melooloo-project-hub/Melooloo_Final_Presentation_Web_20Oct2026/index.html#slide=43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32/66 · source slide 44</a:t>
            </a:r>
          </a:p>
          <a:p>
            <a:r>
              <a:t>Apa yang sukar disalin</a:t>
            </a:r>
          </a:p>
          <a:p>
            <a:r>
              <a:t>Interactive web slide: https://mthoriqzi383.github.io/melooloo-project-hub/Melooloo_Final_Presentation_Web_20Oct2026/index.html#slide=44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33/66 · source slide 45</a:t>
            </a:r>
          </a:p>
          <a:p>
            <a:r>
              <a:t>Dasar angka kapasitas</a:t>
            </a:r>
          </a:p>
          <a:p>
            <a:r>
              <a:t>Interactive web slide: https://mthoriqzi383.github.io/melooloo-project-hub/Melooloo_Final_Presentation_Web_20Oct2026/index.html#slide=45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34/66 · source slide 46</a:t>
            </a:r>
          </a:p>
          <a:p>
            <a:r>
              <a:t>Jika asumsi meleset</a:t>
            </a:r>
          </a:p>
          <a:p>
            <a:r>
              <a:t>Interactive web slide: https://mthoriqzi383.github.io/melooloo-project-hub/Melooloo_Final_Presentation_Web_20Oct2026/index.html#slide=46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35/66 · source slide 47</a:t>
            </a:r>
          </a:p>
          <a:p>
            <a:r>
              <a:t>Empat angka inti</a:t>
            </a:r>
          </a:p>
          <a:p>
            <a:r>
              <a:t>Interactive web slide: https://mthoriqzi383.github.io/melooloo-project-hub/Melooloo_Final_Presentation_Web_20Oct2026/index.html#slide=47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36/66 · source slide 48</a:t>
            </a:r>
          </a:p>
          <a:p>
            <a:r>
              <a:t>Manusia menjaga hasil</a:t>
            </a:r>
          </a:p>
          <a:p>
            <a:r>
              <a:t>Interactive web slide: https://mthoriqzi383.github.io/melooloo-project-hub/Melooloo_Final_Presentation_Web_20Oct2026/index.html#slide=48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37/66 · source slide 49</a:t>
            </a:r>
          </a:p>
          <a:p>
            <a:r>
              <a:t>Bangun tim, uji kompetensi</a:t>
            </a:r>
          </a:p>
          <a:p>
            <a:r>
              <a:t>Interactive web slide: https://mthoriqzi383.github.io/melooloo-project-hub/Melooloo_Final_Presentation_Web_20Oct2026/index.html#slide=49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38/66 · source slide 50</a:t>
            </a:r>
          </a:p>
          <a:p>
            <a:r>
              <a:t>Siapa menjaga apa?</a:t>
            </a:r>
          </a:p>
          <a:p>
            <a:r>
              <a:t>Interactive web slide: https://mthoriqzi383.github.io/melooloo-project-hub/Melooloo_Final_Presentation_Web_20Oct2026/index.html#slide=50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39/66 · source slide 51</a:t>
            </a:r>
          </a:p>
          <a:p>
            <a:r>
              <a:t>Tim tumbuh bersama unit</a:t>
            </a:r>
          </a:p>
          <a:p>
            <a:r>
              <a:t>Interactive web slide: https://mthoriqzi383.github.io/melooloo-project-hub/Melooloo_Final_Presentation_Web_20Oct2026/index.html#slide=51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40/66 · source slide 52</a:t>
            </a:r>
          </a:p>
          <a:p>
            <a:r>
              <a:t>Biaya orang, tahun demi tahun</a:t>
            </a:r>
          </a:p>
          <a:p>
            <a:r>
              <a:t>Interactive web slide: https://mthoriqzi383.github.io/melooloo-project-hub/Melooloo_Final_Presentation_Web_20Oct2026/index.html#slide=52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41/66 · source slide 53</a:t>
            </a:r>
          </a:p>
          <a:p>
            <a:r>
              <a:t>Rencana keuangan Melooloo</a:t>
            </a:r>
          </a:p>
          <a:p>
            <a:r>
              <a:t>Interactive web slide: https://mthoriqzi383.github.io/melooloo-project-hub/Melooloo_Final_Presentation_Web_20Oct2026/index.html#slide=53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42/66 · source slide 54</a:t>
            </a:r>
          </a:p>
          <a:p>
            <a:r>
              <a:t>Asumsi yang menggerakkan model</a:t>
            </a:r>
          </a:p>
          <a:p>
            <a:r>
              <a:t>Interactive web slide: https://mthoriqzi383.github.io/melooloo-project-hub/Melooloo_Final_Presentation_Web_20Oct2026/index.html#slide=54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43/66 · source slide 55</a:t>
            </a:r>
          </a:p>
          <a:p>
            <a:r>
              <a:t>Rp10.462 juta untuk memulai</a:t>
            </a:r>
          </a:p>
          <a:p>
            <a:r>
              <a:t>Interactive web slide: https://mthoriqzi383.github.io/melooloo-project-hub/Melooloo_Final_Presentation_Web_20Oct2026/index.html#slide=55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44/66 · source slide 56</a:t>
            </a:r>
          </a:p>
          <a:p>
            <a:r>
              <a:t>Pendanaan sesuai fase pertumbuhan</a:t>
            </a:r>
          </a:p>
          <a:p>
            <a:r>
              <a:t>Interactive web slide: https://mthoriqzi383.github.io/melooloo-project-hub/Melooloo_Final_Presentation_Web_20Oct2026/index.html#slide=56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45/66 · source slide 57</a:t>
            </a:r>
          </a:p>
          <a:p>
            <a:r>
              <a:t>Belanja bangun, biaya jalan</a:t>
            </a:r>
          </a:p>
          <a:p>
            <a:r>
              <a:t>Interactive web slide: https://mthoriqzi383.github.io/melooloo-project-hub/Melooloo_Final_Presentation_Web_20Oct2026/index.html#slide=57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46/66 · source slide 58</a:t>
            </a:r>
          </a:p>
          <a:p>
            <a:r>
              <a:t>Pendapatan tumbuh, laba positif sejak Y1</a:t>
            </a:r>
          </a:p>
          <a:p>
            <a:r>
              <a:t>Interactive web slide: https://mthoriqzi383.github.io/melooloo-project-hub/Melooloo_Final_Presentation_Web_20Oct2026/index.html#slide=58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47/66 · source slide 59</a:t>
            </a:r>
          </a:p>
          <a:p>
            <a:r>
              <a:t>Aset dan ekuitas bertumbuh</a:t>
            </a:r>
          </a:p>
          <a:p>
            <a:r>
              <a:t>Interactive web slide: https://mthoriqzi383.github.io/melooloo-project-hub/Melooloo_Final_Presentation_Web_20Oct2026/index.html#slide=59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48/66 · source slide 60</a:t>
            </a:r>
          </a:p>
          <a:p>
            <a:r>
              <a:t>Kas kembali pada Tahun 6</a:t>
            </a:r>
          </a:p>
          <a:p>
            <a:r>
              <a:t>Interactive web slide: https://mthoriqzi383.github.io/melooloo-project-hub/Melooloo_Final_Presentation_Web_20Oct2026/index.html#slide=60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49/66 · source slide 61</a:t>
            </a:r>
          </a:p>
          <a:p>
            <a:r>
              <a:t>Tahun 1 adalah titik kritis</a:t>
            </a:r>
          </a:p>
          <a:p>
            <a:r>
              <a:t>Interactive web slide: https://mthoriqzi383.github.io/melooloo-project-hub/Melooloo_Final_Presentation_Web_20Oct2026/index.html#slide=61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50/66 · source slide 62</a:t>
            </a:r>
          </a:p>
          <a:p>
            <a:r>
              <a:t>Indikator kelayakan melewati ambang</a:t>
            </a:r>
          </a:p>
          <a:p>
            <a:r>
              <a:t>Interactive web slide: https://mthoriqzi383.github.io/melooloo-project-hub/Melooloo_Final_Presentation_Web_20Oct2026/index.html#slide=62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51/66 · source slide 63</a:t>
            </a:r>
          </a:p>
          <a:p>
            <a:r>
              <a:t>Pendapatan adalah variabel paling peka</a:t>
            </a:r>
          </a:p>
          <a:p>
            <a:r>
              <a:t>Interactive web slide: https://mthoriqzi383.github.io/melooloo-project-hub/Melooloo_Final_Presentation_Web_20Oct2026/index.html#slide=63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52/66 · source slide 64</a:t>
            </a:r>
          </a:p>
          <a:p>
            <a:r>
              <a:t>Layak, dengan tiga risiko yang dikawal</a:t>
            </a:r>
          </a:p>
          <a:p>
            <a:r>
              <a:t>Interactive web slide: https://mthoriqzi383.github.io/melooloo-project-hub/Melooloo_Final_Presentation_Web_20Oct2026/index.html#slide=64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53/66 · source slide 8</a:t>
            </a:r>
          </a:p>
          <a:p>
            <a:r>
              <a:t>Tiga sasaran pemasaran</a:t>
            </a:r>
          </a:p>
          <a:p>
            <a:r>
              <a:t>Interactive web slide: https://mthoriqzi383.github.io/melooloo-project-hub/Melooloo_Final_Presentation_Web_20Oct2026/index.html#slide=8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54/66 · source slide 9</a:t>
            </a:r>
          </a:p>
          <a:p>
            <a:r>
              <a:t>Enam segmen, dua jalur</a:t>
            </a:r>
          </a:p>
          <a:p>
            <a:r>
              <a:t>Interactive web slide: https://mthoriqzi383.github.io/melooloo-project-hub/Melooloo_Final_Presentation_Web_20Oct2026/index.html#slide=9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55/66 · source slide 10</a:t>
            </a:r>
          </a:p>
          <a:p>
            <a:r>
              <a:t>Dari TAM ke SOM</a:t>
            </a:r>
          </a:p>
          <a:p>
            <a:r>
              <a:t>Interactive web slide: https://mthoriqzi383.github.io/melooloo-project-hub/Melooloo_Final_Presentation_Web_20Oct2026/index.html#slide=10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56/66 · source slide 11</a:t>
            </a:r>
          </a:p>
          <a:p>
            <a:r>
              <a:t>Apa yang setara. Apa yang berbeda.</a:t>
            </a:r>
          </a:p>
          <a:p>
            <a:r>
              <a:t>Interactive web slide: https://mthoriqzi383.github.io/melooloo-project-hub/Melooloo_Final_Presentation_Web_20Oct2026/index.html#slide=11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57/66 · source slide 12</a:t>
            </a:r>
          </a:p>
          <a:p>
            <a:r>
              <a:t>Peta kompetitif</a:t>
            </a:r>
          </a:p>
          <a:p>
            <a:r>
              <a:t>Interactive web slide: https://mthoriqzi383.github.io/melooloo-project-hub/Melooloo_Final_Presentation_Web_20Oct2026/index.html#slide=12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58/66 · source slide 13</a:t>
            </a:r>
          </a:p>
          <a:p>
            <a:r>
              <a:t>Ruang menuju titik ideal</a:t>
            </a:r>
          </a:p>
          <a:p>
            <a:r>
              <a:t>Interactive web slide: https://mthoriqzi383.github.io/melooloo-project-hub/Melooloo_Final_Presentation_Web_20Oct2026/index.html#slide=13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59/66 · source slide 14</a:t>
            </a:r>
          </a:p>
          <a:p>
            <a:r>
              <a:t>Posisi merek: kebun di kota</a:t>
            </a:r>
          </a:p>
          <a:p>
            <a:r>
              <a:t>Interactive web slide: https://mthoriqzi383.github.io/melooloo-project-hub/Melooloo_Final_Presentation_Web_20Oct2026/index.html#slide=14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60/66 · source slide 15</a:t>
            </a:r>
          </a:p>
          <a:p>
            <a:r>
              <a:t>Produk dan harga</a:t>
            </a:r>
          </a:p>
          <a:p>
            <a:r>
              <a:t>Interactive web slide: https://mthoriqzi383.github.io/melooloo-project-hub/Melooloo_Final_Presentation_Web_20Oct2026/index.html#slide=15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61/66 · source slide 16</a:t>
            </a:r>
          </a:p>
          <a:p>
            <a:r>
              <a:t>Lima kanal distribusi</a:t>
            </a:r>
          </a:p>
          <a:p>
            <a:r>
              <a:t>Interactive web slide: https://mthoriqzi383.github.io/melooloo-project-hub/Melooloo_Final_Presentation_Web_20Oct2026/index.html#slide=16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62/66 · source slide 17</a:t>
            </a:r>
          </a:p>
          <a:p>
            <a:r>
              <a:t>Komunikasi yang terukur</a:t>
            </a:r>
          </a:p>
          <a:p>
            <a:r>
              <a:t>Interactive web slide: https://mthoriqzi383.github.io/melooloo-project-hub/Melooloo_Final_Presentation_Web_20Oct2026/index.html#slide=17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63/66 · source slide 18</a:t>
            </a:r>
          </a:p>
          <a:p>
            <a:r>
              <a:t>Brand di titik temu pelanggan</a:t>
            </a:r>
          </a:p>
          <a:p>
            <a:r>
              <a:t>Interactive web slide: https://mthoriqzi383.github.io/melooloo-project-hub/Melooloo_Final_Presentation_Web_20Oct2026/index.html#slide=18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64/66 · source slide 19</a:t>
            </a:r>
          </a:p>
          <a:p>
            <a:r>
              <a:t>Ekonomi pemasaran</a:t>
            </a:r>
          </a:p>
          <a:p>
            <a:r>
              <a:t>Interactive web slide: https://mthoriqzi383.github.io/melooloo-project-hub/Melooloo_Final_Presentation_Web_20Oct2026/index.html#slide=19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65/66 · source slide 65</a:t>
            </a:r>
          </a:p>
          <a:p>
            <a:r>
              <a:t>Dari peluang ke keputusan</a:t>
            </a:r>
          </a:p>
          <a:p>
            <a:r>
              <a:t>Interactive web slide: https://mthoriqzi383.github.io/melooloo-project-hub/Melooloo_Final_Presentation_Web_20Oct2026/index.html#slide=65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66/66 · source slide 66</a:t>
            </a:r>
          </a:p>
          <a:p>
            <a:r>
              <a:t>Terima kasih.</a:t>
            </a:r>
          </a:p>
          <a:p>
            <a:r>
              <a:t>Interactive web slide: https://mthoriqzi383.github.io/melooloo-project-hub/Melooloo_Final_Presentation_Web_20Oct2026/index.html#slide=66</a:t>
            </a:r>
          </a:p>
          <a:p>
            <a:r>
              <a:t>The web version contains motion, interactive details, and links to the 3D greenhouse.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Melooloo — Presentasi Sidang Akhir</dc:title>
  <dc:subject>Versi PowerPoint dari presentasi web 66 slide</dc:subject>
  <dc:creator>Melooloo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